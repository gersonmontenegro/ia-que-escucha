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3/gVjZU0nyHBGahGQXZpIiUjl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a5b21743ebe9d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ha5b21743ebe9d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ha5b21743ebe9d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ha5b21743ebe9de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ha5b21743ebe9de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ha5b21743ebe9de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ha5b21743ebe9de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ha5b21743ebe9de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ha5b21743ebe9de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ha5b21743ebe9de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ha5b21743ebe9de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ha5b21743ebe9de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ha5b21743ebe9de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ha5b21743ebe9de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ha5b21743ebe9de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ha5b21743ebe9d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ha5b21743ebe9d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ha5b21743ebe9d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ha5b21743ebe9de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ha5b21743ebe9de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a5b21743ebe9de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62a4233816f964f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62a4233816f964f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h62a4233816f964f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62a4233816f964f9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62a4233816f964f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h62a4233816f964f9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62a4233816f964f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62a4233816f964f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h62a4233816f964f9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62a4233816f964f9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62a4233816f964f9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h62a4233816f964f9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62a4233816f964f9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62a4233816f964f9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h62a4233816f964f9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62a4233816f964f9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62a4233816f964f9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h62a4233816f964f9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62a4233816f964f9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62a4233816f964f9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h62a4233816f964f9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6a55cf338fdf9df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6a55cf338fdf9df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h6a55cf338fdf9df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hyperlink" Target="https://github.com/gersonmontenegro/ia-que-escuch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61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7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ha5b21743ebe9d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ha5b21743ebe9de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ha5b21743ebe9de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ha5b21743ebe9de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ha5b21743ebe9de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61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ha5b21743ebe9d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ha5b21743ebe9de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61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h62a4233816f964f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h62a4233816f964f9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8" cy="6861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h62a4233816f964f9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h62a4233816f964f9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h62a4233816f964f9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h62a4233816f964f9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1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h62a4233816f964f9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h6a55cf338fdf9df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150" y="1143000"/>
            <a:ext cx="44577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h6a55cf338fdf9df0_0_0"/>
          <p:cNvSpPr txBox="1"/>
          <p:nvPr/>
        </p:nvSpPr>
        <p:spPr>
          <a:xfrm>
            <a:off x="1554889" y="5616675"/>
            <a:ext cx="89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hlinkClick r:id="rId4"/>
              </a:rPr>
              <a:t>https://github.com/gersonmontenegro/ia-que-escucha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2026-10-15T20:40:03Z</dcterms:created>
  <dc:creator>OpenAI</dc:creator>
</cp:coreProperties>
</file>